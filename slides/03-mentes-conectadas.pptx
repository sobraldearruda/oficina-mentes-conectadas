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uTWaiE6wFS8w7dcVheym7ddZ9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77fb410b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f77fb410b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f77fb410b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10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Relationship Id="rId5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343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166360" y="914400"/>
            <a:ext cx="1828800" cy="1828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shield_FFFFFF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1848" y="1389888"/>
            <a:ext cx="877824" cy="87782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731520" y="288036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Mentes Conectadas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361188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os Segredos da Inteligência Artificial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166360" y="4343400"/>
            <a:ext cx="1828800" cy="27432"/>
          </a:xfrm>
          <a:prstGeom prst="rect">
            <a:avLst/>
          </a:prstGeom>
          <a:solidFill>
            <a:srgbClr val="0B5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Encontro 3  •  IA no dia a dia: usos, riscos e criação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C7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C7C4"/>
                </a:solidFill>
                <a:latin typeface="Calibri"/>
                <a:ea typeface="Calibri"/>
                <a:cs typeface="Calibri"/>
                <a:sym typeface="Calibri"/>
              </a:rPr>
              <a:t> ECIT José Rodrigues de Ataíde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548640" y="41148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ROTEIRO DO ENCONTRO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O que vamos fazer hoje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1600200"/>
            <a:ext cx="1828800" cy="566928"/>
          </a:xfrm>
          <a:prstGeom prst="roundRect">
            <a:avLst>
              <a:gd fmla="val 16129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48640" y="160020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0–10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2606040" y="1600200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Retomada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989320" y="1600200"/>
            <a:ext cx="5669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Revisão geral dos Encontros 1 e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2359152"/>
            <a:ext cx="1828800" cy="566928"/>
          </a:xfrm>
          <a:prstGeom prst="roundRect">
            <a:avLst>
              <a:gd fmla="val 16129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48640" y="235915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10–25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606040" y="2359152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IA no cotidiano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989320" y="2359152"/>
            <a:ext cx="5669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Onde a inteligência artificial já está presente na nossa vida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8640" y="3118104"/>
            <a:ext cx="1828800" cy="566928"/>
          </a:xfrm>
          <a:prstGeom prst="roundRect">
            <a:avLst>
              <a:gd fmla="val 16129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48640" y="3118104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25–50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606040" y="3118104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Ética e uso responsável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989320" y="3118104"/>
            <a:ext cx="5669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Vieses, riscos e cuidados — com um exemplo prático no Colab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48640" y="3877056"/>
            <a:ext cx="1828800" cy="566928"/>
          </a:xfrm>
          <a:prstGeom prst="roundRect">
            <a:avLst>
              <a:gd fmla="val 16129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48640" y="3877056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50–80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606040" y="3877056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Criação com 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989320" y="3877056"/>
            <a:ext cx="5669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Atividade final: produzir algo autoral com ferramentas de IA generativa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48640" y="4636008"/>
            <a:ext cx="1828800" cy="566928"/>
          </a:xfrm>
          <a:prstGeom prst="roundRect">
            <a:avLst>
              <a:gd fmla="val 16129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48640" y="4636008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80–95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2606040" y="4636008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Apresentação dos trabalhos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989320" y="4636008"/>
            <a:ext cx="5669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Cada dupla compartilha o que criou com a turma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48640" y="5394960"/>
            <a:ext cx="1828800" cy="566928"/>
          </a:xfrm>
          <a:prstGeom prst="roundRect">
            <a:avLst>
              <a:gd fmla="val 16129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48640" y="5394960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95–100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2606040" y="5394960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Encerramento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989320" y="5394960"/>
            <a:ext cx="5669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Avaliação da oficina e considerações finais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3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548640" y="41148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RETOMADA  •  0–10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O caminho até aqui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48640" y="13258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Em dois encontros, já percorremos bastante coisa: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48640" y="2331720"/>
            <a:ext cx="3429000" cy="2926080"/>
          </a:xfrm>
          <a:prstGeom prst="roundRect">
            <a:avLst>
              <a:gd fmla="val 3750" name="adj"/>
            </a:avLst>
          </a:prstGeom>
          <a:solidFill>
            <a:srgbClr val="EAF6F4"/>
          </a:solidFill>
          <a:ln>
            <a:noFill/>
          </a:ln>
          <a:effectLst>
            <a:outerShdw blurRad="76200" rotWithShape="0" algn="bl" dir="5400000" dist="25400">
              <a:srgbClr val="1B2B2C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805940" y="2651760"/>
            <a:ext cx="914400" cy="9144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cloud_FFFFFF.png" id="66" name="Google Shape;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3684" y="288950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731520" y="374904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Encontro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77240" y="425196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Conceitos de IA, glossário coletivo e engenharia de features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251960" y="2331720"/>
            <a:ext cx="3429000" cy="2926080"/>
          </a:xfrm>
          <a:prstGeom prst="roundRect">
            <a:avLst>
              <a:gd fmla="val 3750" name="adj"/>
            </a:avLst>
          </a:prstGeom>
          <a:solidFill>
            <a:srgbClr val="EAF6F4"/>
          </a:solidFill>
          <a:ln>
            <a:noFill/>
          </a:ln>
          <a:effectLst>
            <a:outerShdw blurRad="76200" rotWithShape="0" algn="bl" dir="5400000" dist="25400">
              <a:srgbClr val="1B2B2C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5509260" y="2651760"/>
            <a:ext cx="914400" cy="9144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cog_FFFFFF.png" id="71" name="Google Shape;7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7004" y="288950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4434840" y="374904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Encontro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480560" y="425196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Como um modelo aprende: treino, teste e um classificador de frases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955280" y="2331720"/>
            <a:ext cx="3429000" cy="2926080"/>
          </a:xfrm>
          <a:prstGeom prst="roundRect">
            <a:avLst>
              <a:gd fmla="val 3750" name="adj"/>
            </a:avLst>
          </a:prstGeom>
          <a:solidFill>
            <a:srgbClr val="023436"/>
          </a:solidFill>
          <a:ln>
            <a:noFill/>
          </a:ln>
          <a:effectLst>
            <a:outerShdw blurRad="76200" rotWithShape="0" algn="bl" dir="5400000" dist="25400">
              <a:srgbClr val="1B2B2C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212580" y="2651760"/>
            <a:ext cx="914400" cy="9144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shield_FFFFFF.png" id="76" name="Google Shape;7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50324" y="288950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8138160" y="374904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Encontro 3 (hoje)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183880" y="425196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EFE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DEFEC"/>
                </a:solidFill>
                <a:latin typeface="Calibri"/>
                <a:ea typeface="Calibri"/>
                <a:cs typeface="Calibri"/>
                <a:sym typeface="Calibri"/>
              </a:rPr>
              <a:t>Onde a IA aparece na vida real, seus riscos — e vamos criar algo com ela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3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/>
          <p:nvPr/>
        </p:nvSpPr>
        <p:spPr>
          <a:xfrm>
            <a:off x="548640" y="41148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IA NO COTIDIANO  •  10–25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Onde a IA já está presente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48640" y="13258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Roda de conversa: quais desses exemplos vocês já usaram essa semana?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48640" y="1965960"/>
            <a:ext cx="3429000" cy="1691640"/>
          </a:xfrm>
          <a:prstGeom prst="roundRect">
            <a:avLst>
              <a:gd fmla="val 6486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777240" y="2194560"/>
            <a:ext cx="777240" cy="7772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cloud_FFFFFF.png"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9322" y="239664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1691640" y="2148840"/>
            <a:ext cx="2148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Streaming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777240" y="301752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Recomendação de filmes e músicas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233672" y="1965960"/>
            <a:ext cx="3429000" cy="1691640"/>
          </a:xfrm>
          <a:prstGeom prst="roundRect">
            <a:avLst>
              <a:gd fmla="val 6486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462272" y="2194560"/>
            <a:ext cx="777240" cy="7772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robot_FFFFFF.png" id="96" name="Google Shape;9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4354" y="239664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/>
          <p:nvPr/>
        </p:nvSpPr>
        <p:spPr>
          <a:xfrm>
            <a:off x="5376672" y="2148840"/>
            <a:ext cx="2148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Assistentes de voz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462272" y="301752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Siri, Alexa, Google Assistente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7918704" y="1965960"/>
            <a:ext cx="3429000" cy="1691640"/>
          </a:xfrm>
          <a:prstGeom prst="roundRect">
            <a:avLst>
              <a:gd fmla="val 6486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8147304" y="2194560"/>
            <a:ext cx="777240" cy="7772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car_FFFFFF.png" id="101" name="Google Shape;10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9386" y="239664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9061704" y="2148840"/>
            <a:ext cx="2148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Carros autônomos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8147304" y="301752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Sensores e decisões em tempo real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48640" y="3886200"/>
            <a:ext cx="3429000" cy="1691640"/>
          </a:xfrm>
          <a:prstGeom prst="roundRect">
            <a:avLst>
              <a:gd fmla="val 6486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777240" y="4114800"/>
            <a:ext cx="777240" cy="7772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heartbeat_FFFFFF.png" id="106" name="Google Shape;10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9322" y="431688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/>
          <p:nvPr/>
        </p:nvSpPr>
        <p:spPr>
          <a:xfrm>
            <a:off x="1691640" y="4069080"/>
            <a:ext cx="2148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Diagnóstico médico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777240" y="493776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Apoio na análise de exames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233672" y="3886200"/>
            <a:ext cx="3429000" cy="1691640"/>
          </a:xfrm>
          <a:prstGeom prst="roundRect">
            <a:avLst>
              <a:gd fmla="val 6486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4462272" y="4114800"/>
            <a:ext cx="777240" cy="7772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comments_FFFFFF.png" id="111" name="Google Shape;11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64354" y="431688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5376672" y="4069080"/>
            <a:ext cx="2148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Tradutores automáticos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462272" y="493776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Google Tradutor e similares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7918704" y="3886200"/>
            <a:ext cx="3429000" cy="1691640"/>
          </a:xfrm>
          <a:prstGeom prst="roundRect">
            <a:avLst>
              <a:gd fmla="val 6486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8147304" y="4114800"/>
            <a:ext cx="777240" cy="7772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search_FFFFFF.png" id="116" name="Google Shape;11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49386" y="431688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9061704" y="4069080"/>
            <a:ext cx="2148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Filtros de redes sociais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147304" y="493776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O que aparece no seu feed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3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548640" y="41148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ÉTICA E USO RESPONSÁVEL  •  25–50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O que é viés em uma IA?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48640" y="1600200"/>
            <a:ext cx="6492240" cy="2148840"/>
          </a:xfrm>
          <a:prstGeom prst="roundRect">
            <a:avLst>
              <a:gd fmla="val 6383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868680" y="1783080"/>
            <a:ext cx="58521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Viés</a:t>
            </a:r>
            <a:r>
              <a:rPr b="0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 é quando uma IA aprende, a partir dos dados de treino, a favorecer ou prejudicar injustamente certos grupos ou situações — mesmo sem ninguém ter programado isso de propósito.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9052560" y="1737360"/>
            <a:ext cx="1828800" cy="18288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scale_FFFFFF.png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8048" y="2212848"/>
            <a:ext cx="877824" cy="87782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7315200" y="379476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A IA reflete os dados que recebeu — inclusive os problemas que já existiam neles.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48640" y="4023360"/>
            <a:ext cx="6492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Vamos ver, na prática, um exemplo simples de como isso pode acontecer.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3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/>
          <p:nvPr/>
        </p:nvSpPr>
        <p:spPr>
          <a:xfrm>
            <a:off x="548640" y="41148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ÉTICA E USO RESPONSÁVEL  •  EXEMPLO PRÁTICO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Um exemplo de viés, ao vivo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48640" y="2148840"/>
            <a:ext cx="685800" cy="6858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list_FFFFFF.png" id="144" name="Google Shape;1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948" y="232714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1417320" y="2093976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Um conjunto de dados de treino desequilibrado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1417320" y="2478024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Poucos exemplos de um grupo, muitos de outro — um desequilíbrio comum em dados reais.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548640" y="3200400"/>
            <a:ext cx="685800" cy="685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cog_FFFFFF.png" id="148" name="Google Shape;14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948" y="33787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1417320" y="3145536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Um modelo é treinado normalmente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417320" y="3529584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O mesmo processo de treino que vimos no Encontro 2, sem nenhuma regra extra.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48640" y="4251960"/>
            <a:ext cx="685800" cy="6858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scale_FFFFFF.png" id="152" name="Google Shape;15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948" y="443026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1417320" y="4197096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O resultado sai enviesado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1417320" y="4581144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O modelo comete mais erros com o grupo que teve menos exemplos no treino.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fmla="val 15294" name="adj"/>
            </a:avLst>
          </a:prstGeom>
          <a:solidFill>
            <a:srgbClr val="023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822960" y="544068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7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C7C4"/>
                </a:solidFill>
                <a:latin typeface="Calibri"/>
                <a:ea typeface="Calibri"/>
                <a:cs typeface="Calibri"/>
                <a:sym typeface="Calibri"/>
              </a:rPr>
              <a:t>Abrir no Google Colab: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108960" y="5440680"/>
            <a:ext cx="8138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03-mentes-conectadas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.ipynb — Seção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3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/>
          <p:nvPr/>
        </p:nvSpPr>
        <p:spPr>
          <a:xfrm>
            <a:off x="548640" y="41148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ÉTICA E USO RESPONSÁVEL  •  DISCUSSÃO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Usando IA com responsabilidade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548640" y="135331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Além do viés, outros pontos merecem atenção no dia a dia: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48640" y="2148840"/>
            <a:ext cx="2606040" cy="3200400"/>
          </a:xfrm>
          <a:prstGeom prst="roundRect">
            <a:avLst>
              <a:gd fmla="val 4211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1440180" y="242316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eye_FFFFFF.png" id="170" name="Google Shape;17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4150" y="263713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/>
          <p:nvPr/>
        </p:nvSpPr>
        <p:spPr>
          <a:xfrm>
            <a:off x="658368" y="3429000"/>
            <a:ext cx="2386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Privacidade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76656" y="3931920"/>
            <a:ext cx="235000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Quais dados pessoais estamos entregando às ferramentas de IA?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3337560" y="2148840"/>
            <a:ext cx="2606040" cy="3200400"/>
          </a:xfrm>
          <a:prstGeom prst="roundRect">
            <a:avLst>
              <a:gd fmla="val 4211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4229100" y="2423160"/>
            <a:ext cx="822960" cy="8229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search_FFFFFF.png" id="175" name="Google Shape;17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3070" y="263713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/>
          <p:nvPr/>
        </p:nvSpPr>
        <p:spPr>
          <a:xfrm>
            <a:off x="3447288" y="3429000"/>
            <a:ext cx="2386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Desinformação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465576" y="3931920"/>
            <a:ext cx="235000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A IA pode errar ou "inventar" informações com segurança — sempre vale checar.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126480" y="2148840"/>
            <a:ext cx="2606040" cy="3200400"/>
          </a:xfrm>
          <a:prstGeom prst="roundRect">
            <a:avLst>
              <a:gd fmla="val 4211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7018020" y="242316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brain_FFFFFF.png" id="180" name="Google Shape;18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1990" y="263713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7"/>
          <p:cNvSpPr/>
          <p:nvPr/>
        </p:nvSpPr>
        <p:spPr>
          <a:xfrm>
            <a:off x="6236208" y="3429000"/>
            <a:ext cx="2386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Dependência excessiva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6254496" y="3931920"/>
            <a:ext cx="235000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Usar a IA para pensar com a gente, não para pensar no nosso lugar.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8915400" y="2148840"/>
            <a:ext cx="2606040" cy="3200400"/>
          </a:xfrm>
          <a:prstGeom prst="roundRect">
            <a:avLst>
              <a:gd fmla="val 4211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9806940" y="2423160"/>
            <a:ext cx="822960" cy="8229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cap_FFFFFF.png" id="185" name="Google Shape;18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20910" y="263713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/>
          <p:nvPr/>
        </p:nvSpPr>
        <p:spPr>
          <a:xfrm>
            <a:off x="9025128" y="3429000"/>
            <a:ext cx="2386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Uso em trabalhos escolares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9043416" y="3931920"/>
            <a:ext cx="235000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Até onde é ok usar IA para estudar? E para entregar uma atividade?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Debate guiado: até onde é ok usar IA para estudar ou trabalhar?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3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/>
          <p:nvPr/>
        </p:nvSpPr>
        <p:spPr>
          <a:xfrm>
            <a:off x="548640" y="41148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ATIVIDADE FINAL  •  50–80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Criação com IA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Em duplas, vocês vão criar algo autoral usando o Claude, o ChatGPT ou o Gemini.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48640" y="2148840"/>
            <a:ext cx="3429000" cy="2103120"/>
          </a:xfrm>
          <a:prstGeom prst="roundRect">
            <a:avLst>
              <a:gd fmla="val 5217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1805940" y="2423160"/>
            <a:ext cx="914400" cy="9144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pencil_FFFFFF.png" id="201" name="Google Shape;20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3684" y="266090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8"/>
          <p:cNvSpPr/>
          <p:nvPr/>
        </p:nvSpPr>
        <p:spPr>
          <a:xfrm>
            <a:off x="685800" y="352044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Um texto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731520" y="3886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Um pequeno conto, roteiro ou poema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251960" y="2148840"/>
            <a:ext cx="3429000" cy="2103120"/>
          </a:xfrm>
          <a:prstGeom prst="roundRect">
            <a:avLst>
              <a:gd fmla="val 5217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5509260" y="2423160"/>
            <a:ext cx="914400" cy="9144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image_FFFFFF.png"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7004" y="266090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/>
          <p:nvPr/>
        </p:nvSpPr>
        <p:spPr>
          <a:xfrm>
            <a:off x="4389120" y="352044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Uma imagem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434840" y="3886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Se a ferramenta disponível permitir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7955280" y="2148840"/>
            <a:ext cx="3429000" cy="2103120"/>
          </a:xfrm>
          <a:prstGeom prst="roundRect">
            <a:avLst>
              <a:gd fmla="val 5217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9212580" y="2423160"/>
            <a:ext cx="914400" cy="9144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lightbulb_FFFFFF.png" id="211" name="Google Shape;21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50324" y="266090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/>
          <p:nvPr/>
        </p:nvSpPr>
        <p:spPr>
          <a:xfrm>
            <a:off x="8092440" y="352044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Uma ideia de projeto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8138160" y="3886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Uma solução criativa para um problema real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548640" y="4617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O objetivo é praticar a engenharia de prompt — como pedir bem para a IA entender o que você quer.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3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/>
          <p:nvPr/>
        </p:nvSpPr>
        <p:spPr>
          <a:xfrm>
            <a:off x="548640" y="41148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ATIVIDADE FINAL  •  ENGENHARIA DE PROMPT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Como pedir bem para a IA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548640" y="1353312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Relembrando a lógica das features do Encontro 1: quanto mais detalhes você descreve, melhor a IA entende o que você quer.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548640" y="2331720"/>
            <a:ext cx="2606040" cy="2651760"/>
          </a:xfrm>
          <a:prstGeom prst="roundRect">
            <a:avLst>
              <a:gd fmla="val 4211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1440180" y="260604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users_FFFFFF.png" id="227" name="Google Shape;22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4150" y="282001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9"/>
          <p:cNvSpPr/>
          <p:nvPr/>
        </p:nvSpPr>
        <p:spPr>
          <a:xfrm>
            <a:off x="658368" y="3611880"/>
            <a:ext cx="2386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Diga o papel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676656" y="4114800"/>
            <a:ext cx="23500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"Você é um roteirista de ficção científica..."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3337560" y="2331720"/>
            <a:ext cx="2606040" cy="2651760"/>
          </a:xfrm>
          <a:prstGeom prst="roundRect">
            <a:avLst>
              <a:gd fmla="val 4211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4229100" y="2606040"/>
            <a:ext cx="822960" cy="8229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list_FFFFFF.png" id="232" name="Google Shape;23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3070" y="282001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9"/>
          <p:cNvSpPr/>
          <p:nvPr/>
        </p:nvSpPr>
        <p:spPr>
          <a:xfrm>
            <a:off x="3447288" y="3611880"/>
            <a:ext cx="2386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Descreva o formato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3465576" y="4114800"/>
            <a:ext cx="23500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"Escreva em 3 parágrafos curtos..."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126480" y="2331720"/>
            <a:ext cx="2606040" cy="2651760"/>
          </a:xfrm>
          <a:prstGeom prst="roundRect">
            <a:avLst>
              <a:gd fmla="val 4211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7018020" y="260604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star_FFFFFF.png" id="237" name="Google Shape;23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1990" y="282001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9"/>
          <p:cNvSpPr/>
          <p:nvPr/>
        </p:nvSpPr>
        <p:spPr>
          <a:xfrm>
            <a:off x="6236208" y="3611880"/>
            <a:ext cx="2386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Dê o tom desejado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6254496" y="4114800"/>
            <a:ext cx="23500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"Use um tom bem-humorado e informal..."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8915400" y="2331720"/>
            <a:ext cx="2606040" cy="2651760"/>
          </a:xfrm>
          <a:prstGeom prst="roundRect">
            <a:avLst>
              <a:gd fmla="val 4211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9806940" y="2606040"/>
            <a:ext cx="822960" cy="8229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exchange_FFFFFF.png" id="242" name="Google Shape;24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20910" y="282001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9"/>
          <p:cNvSpPr/>
          <p:nvPr/>
        </p:nvSpPr>
        <p:spPr>
          <a:xfrm>
            <a:off x="9025128" y="3611880"/>
            <a:ext cx="2386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Peça ajustes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9043416" y="4114800"/>
            <a:ext cx="23500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"Deixe mais curto" ou "explique de outro jeito"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3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"/>
          <p:cNvSpPr/>
          <p:nvPr/>
        </p:nvSpPr>
        <p:spPr>
          <a:xfrm>
            <a:off x="548640" y="41148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ATIVIDADE FINAL  •  IDEIAS PARA ESCOLHER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Alguns temas para inspirar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548640" y="1691640"/>
            <a:ext cx="5166360" cy="1234440"/>
          </a:xfrm>
          <a:prstGeom prst="roundRect">
            <a:avLst>
              <a:gd fmla="val 8889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777240" y="1965960"/>
            <a:ext cx="685800" cy="6858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lightbulb_FFFFFF.png" id="256" name="Google Shape;2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548" y="214426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0"/>
          <p:cNvSpPr/>
          <p:nvPr/>
        </p:nvSpPr>
        <p:spPr>
          <a:xfrm>
            <a:off x="1645920" y="1828800"/>
            <a:ext cx="3886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Um dia na escola em 2050, com ajuda da IA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6035040" y="1691640"/>
            <a:ext cx="5166360" cy="1234440"/>
          </a:xfrm>
          <a:prstGeom prst="roundRect">
            <a:avLst>
              <a:gd fmla="val 8889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6263640" y="1965960"/>
            <a:ext cx="685800" cy="685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lightbulb_FFFFFF.png" id="260" name="Google Shape;2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1948" y="214426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0"/>
          <p:cNvSpPr/>
          <p:nvPr/>
        </p:nvSpPr>
        <p:spPr>
          <a:xfrm>
            <a:off x="7132320" y="1828800"/>
            <a:ext cx="3886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Uma solução de IA para um problema da nossa cidade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548640" y="3200400"/>
            <a:ext cx="5166360" cy="1234440"/>
          </a:xfrm>
          <a:prstGeom prst="roundRect">
            <a:avLst>
              <a:gd fmla="val 8889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777240" y="3474720"/>
            <a:ext cx="685800" cy="6858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lightbulb_FFFFFF.png" id="264" name="Google Shape;26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548" y="36530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0"/>
          <p:cNvSpPr/>
          <p:nvPr/>
        </p:nvSpPr>
        <p:spPr>
          <a:xfrm>
            <a:off x="1645920" y="3337560"/>
            <a:ext cx="3886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Um diálogo entre um humano e uma IA que aprende sentimentos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6035040" y="3200400"/>
            <a:ext cx="5166360" cy="1234440"/>
          </a:xfrm>
          <a:prstGeom prst="roundRect">
            <a:avLst>
              <a:gd fmla="val 8889" name="adj"/>
            </a:avLst>
          </a:prstGeom>
          <a:solidFill>
            <a:srgbClr val="EA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6263640" y="3474720"/>
            <a:ext cx="685800" cy="685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lightbulb_FFFFFF.png" id="268" name="Google Shape;26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1948" y="36530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0"/>
          <p:cNvSpPr/>
          <p:nvPr/>
        </p:nvSpPr>
        <p:spPr>
          <a:xfrm>
            <a:off x="7132320" y="3337560"/>
            <a:ext cx="3886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Uma campanha para o uso ético da IA na escola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Podem escolher um destes temas ou criar um assunto totalmente próprio!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3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"/>
          <p:cNvSpPr/>
          <p:nvPr/>
        </p:nvSpPr>
        <p:spPr>
          <a:xfrm>
            <a:off x="548640" y="41148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APRESENTAÇÃO  •  80–95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B2C"/>
                </a:solidFill>
                <a:latin typeface="Cambria"/>
                <a:ea typeface="Cambria"/>
                <a:cs typeface="Cambria"/>
                <a:sym typeface="Cambria"/>
              </a:rPr>
              <a:t>Hora de compartilhar!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Cada dupla tem um breve momento para mostrar o que criou.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548640" y="2148840"/>
            <a:ext cx="685800" cy="6858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star_FFFFFF.png" id="282" name="Google Shape;28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948" y="232714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1"/>
          <p:cNvSpPr/>
          <p:nvPr/>
        </p:nvSpPr>
        <p:spPr>
          <a:xfrm>
            <a:off x="1417320" y="2093976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O que vocês pediram para a 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1417320" y="2478024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Qual foi o prompt (ou prompts) usados na criação?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548640" y="3200400"/>
            <a:ext cx="685800" cy="685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image_FFFFFF.png" id="286" name="Google Shape;28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948" y="33787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1"/>
          <p:cNvSpPr/>
          <p:nvPr/>
        </p:nvSpPr>
        <p:spPr>
          <a:xfrm>
            <a:off x="1417320" y="3145536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O que a IA entregou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1417320" y="3529584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Mostrem o resultado final para a turma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548640" y="4251960"/>
            <a:ext cx="685800" cy="6858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commentdots_FFFFFF.png" id="290" name="Google Shape;29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948" y="443026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1"/>
          <p:cNvSpPr/>
          <p:nvPr/>
        </p:nvSpPr>
        <p:spPr>
          <a:xfrm>
            <a:off x="1417320" y="4197096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B2C"/>
                </a:solidFill>
                <a:latin typeface="Calibri"/>
                <a:ea typeface="Calibri"/>
                <a:cs typeface="Calibri"/>
                <a:sym typeface="Calibri"/>
              </a:rPr>
              <a:t>Como foi o processo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1417320" y="4581144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Precisaram ajustar o pedido? A IA entendeu de primeira?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Encontro 3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96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96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3436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"/>
          <p:cNvSpPr/>
          <p:nvPr/>
        </p:nvSpPr>
        <p:spPr>
          <a:xfrm>
            <a:off x="548640" y="41148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ENCERRAMENTO  •  95–100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731508" y="1156720"/>
            <a:ext cx="1554600" cy="15546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trophy_FFFFFF.png" id="302" name="Google Shape;30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735" y="1560897"/>
            <a:ext cx="746150" cy="746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2"/>
          <p:cNvSpPr/>
          <p:nvPr/>
        </p:nvSpPr>
        <p:spPr>
          <a:xfrm>
            <a:off x="2560320" y="1280160"/>
            <a:ext cx="8961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Fim de jornada — por enquanto!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2560320" y="1920240"/>
            <a:ext cx="8961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Em 3 encontros, saímos do zero e chegamos a criar com IA generativa.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731520" y="2798064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1051560" y="2633472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Entendemos conceitos, features e como uma IA aprende de verdade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731520" y="3255264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1051560" y="3090672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Discutimos vieses e cuidados para um uso responsável da 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731520" y="3712464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1051560" y="3547872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Criamos algo autoral, praticando engenharia de prompt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731520" y="4297680"/>
            <a:ext cx="10698480" cy="1600200"/>
          </a:xfrm>
          <a:prstGeom prst="roundRect">
            <a:avLst>
              <a:gd fmla="val 8571" name="adj"/>
            </a:avLst>
          </a:prstGeom>
          <a:solidFill>
            <a:srgbClr val="0B4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1005840" y="448056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7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C7C4"/>
                </a:solidFill>
                <a:latin typeface="Calibri"/>
                <a:ea typeface="Calibri"/>
                <a:cs typeface="Calibri"/>
                <a:sym typeface="Calibri"/>
              </a:rPr>
              <a:t>Avaliação da oficina: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1005840" y="4800600"/>
            <a:ext cx="10149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Vamos fechar com uma última nuvem de palavras: o que vocês levam desta oficina?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1005840" y="5440680"/>
            <a:ext cx="10149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FEC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CDEFEC"/>
                </a:solidFill>
                <a:latin typeface="Calibri"/>
                <a:ea typeface="Calibri"/>
                <a:cs typeface="Calibri"/>
                <a:sym typeface="Calibri"/>
              </a:rPr>
              <a:t>Registrem no notebook do Encontro 3 — Seção 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7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FC7C4"/>
                </a:solidFill>
                <a:latin typeface="Calibri"/>
                <a:ea typeface="Calibri"/>
                <a:cs typeface="Calibri"/>
                <a:sym typeface="Calibri"/>
              </a:rPr>
              <a:t>Encontro 3 — Mentes Conectadas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C7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FC7C4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3436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77fb410bb_0_0"/>
          <p:cNvSpPr/>
          <p:nvPr/>
        </p:nvSpPr>
        <p:spPr>
          <a:xfrm>
            <a:off x="5166360" y="914400"/>
            <a:ext cx="1828800" cy="18288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oficina_ia/icons/shield_FFFFFF.png" id="323" name="Google Shape;323;g3f77fb410b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1848" y="1389888"/>
            <a:ext cx="877824" cy="877824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f77fb410bb_0_0"/>
          <p:cNvSpPr/>
          <p:nvPr/>
        </p:nvSpPr>
        <p:spPr>
          <a:xfrm>
            <a:off x="731520" y="2880360"/>
            <a:ext cx="10698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Mentes Conectadas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f77fb410bb_0_0"/>
          <p:cNvSpPr/>
          <p:nvPr/>
        </p:nvSpPr>
        <p:spPr>
          <a:xfrm>
            <a:off x="731520" y="361188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os Segredos da Inteligência Artificial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f77fb410bb_0_0"/>
          <p:cNvSpPr/>
          <p:nvPr/>
        </p:nvSpPr>
        <p:spPr>
          <a:xfrm>
            <a:off x="5166360" y="4343400"/>
            <a:ext cx="1828800" cy="27300"/>
          </a:xfrm>
          <a:prstGeom prst="rect">
            <a:avLst/>
          </a:prstGeom>
          <a:solidFill>
            <a:srgbClr val="0B5B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f77fb410bb_0_0"/>
          <p:cNvSpPr/>
          <p:nvPr/>
        </p:nvSpPr>
        <p:spPr>
          <a:xfrm>
            <a:off x="731520" y="4572000"/>
            <a:ext cx="1069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Obrigado</a:t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f77fb410bb_0_0"/>
          <p:cNvSpPr/>
          <p:nvPr/>
        </p:nvSpPr>
        <p:spPr>
          <a:xfrm>
            <a:off x="731520" y="6126480"/>
            <a:ext cx="1069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C7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FC7C4"/>
                </a:solidFill>
                <a:latin typeface="Calibri"/>
                <a:ea typeface="Calibri"/>
                <a:cs typeface="Calibri"/>
                <a:sym typeface="Calibri"/>
              </a:rPr>
              <a:t> ECIT José Rodrigues de Ataíde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2026-08-20T16:41:49Z</dcterms:created>
  <dc:creator>PptxGenJS</dc:creator>
</cp:coreProperties>
</file>